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Mandate lets an owner give an AI agent a budget, and lets anyone the agent buys from check it's authorized and within that budget, without learning who the owner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6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2930" y="642938"/>
            <a:ext cx="754380" cy="125730"/>
          </a:xfrm>
          <a:prstGeom prst="rect">
            <a:avLst/>
          </a:prstGeom>
          <a:solidFill>
            <a:srgbClr val="EC3013"/>
          </a:solidFill>
          <a:ln w="12700">
            <a:solidFill>
              <a:srgbClr val="EC301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08660" y="957263"/>
            <a:ext cx="502920" cy="502920"/>
          </a:xfrm>
          <a:prstGeom prst="ellipse">
            <a:avLst/>
          </a:prstGeom>
          <a:solidFill>
            <a:srgbClr val="EC3013"/>
          </a:solidFill>
          <a:ln w="12700">
            <a:solidFill>
              <a:srgbClr val="EC301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691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agent that can prove it's allowed to spend,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saying who it works for.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spending authorization on Midnight  ·  Built by tminus1sec  ·  Wave 2, October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2976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20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are starting to spend money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058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trust an agent today, a seller has to know whose card or account is behind it. Every agent purchase becomes a record of who is buying what.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2606040" cy="233172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743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behind it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15468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company or person the agent works for, on every purchase.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1874520"/>
            <a:ext cx="2606040" cy="233172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7472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743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they're doing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315468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executives booked to one city says something. So does an agency's client list.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874520"/>
            <a:ext cx="2606040" cy="233172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6364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2743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permanent log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263640" y="315468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agent purchase becomes a trail tied to a real identity.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Visa, Mastercard and Google's AP2 all let owners cap an agent's spending. None of them hide who the owner is from the seller.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 · Midnight Buildathon Wave 2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2976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20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Mandate does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46888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1616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3736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Registers an agent and sets a per-period cap for a spending category.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944368" y="164592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291840" y="1188720"/>
            <a:ext cx="246888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16161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74720" y="1325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73736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 one secret key. Proves every spend in a single zero-knowledge proof.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779008" y="164592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6126480" y="1188720"/>
            <a:ext cx="246888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16161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1325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Seller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173736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Calls exercise() and gets one answer: valid, or refused.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926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one proof, the agent shows: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2461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currently authorized by the real principal, for this category, and not revoked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request has not been used before (a nullifier stops replays)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period's spend plus this amount stays within the cap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any check fails, the proof can't be built. Nothing is submitted and nothing is paid.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 · Midnight Buildathon Wave 2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6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2976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8A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20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correct refusal is the product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run on Midnight Preprod. Book a $250 flight, then try a $251 hotel on a $500 budget. Fire the agent, then try a $1 coffee.</a:t>
            </a:r>
            <a:endParaRPr lang="en-US" sz="1300" dirty="0"/>
          </a:p>
        </p:txBody>
      </p:sp>
      <p:pic>
        <p:nvPicPr>
          <p:cNvPr id="5" name="Image 0" descr="/tmp/deck/02-refusals-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08760"/>
            <a:ext cx="8229600" cy="32369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 · Midnight Buildathon Wave 2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2976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20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Midnight sees, and what it never sees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4300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public ledger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57200" y="1572768"/>
            <a:ext cx="397764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810512"/>
            <a:ext cx="109728" cy="109728"/>
          </a:xfrm>
          <a:prstGeom prst="rect">
            <a:avLst/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3736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agent's pseudonym (a hash of its key), on every spend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377440"/>
            <a:ext cx="109728" cy="109728"/>
          </a:xfrm>
          <a:prstGeom prst="rect">
            <a:avLst/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" y="2304288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category's cap, as a plain number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944368"/>
            <a:ext cx="109728" cy="109728"/>
          </a:xfrm>
          <a:prstGeom prst="rect">
            <a:avLst/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3232" y="2871216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totals and the amount of each spend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511296"/>
            <a:ext cx="109728" cy="109728"/>
          </a:xfrm>
          <a:prstGeom prst="rect">
            <a:avLst/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3438144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Counts: grants issued, times exercised, active agents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709160" y="114300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on the ledger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709160" y="1572768"/>
            <a:ext cx="397764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09160" y="1810512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16161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965192" y="173736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trike="sngStrike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the principal is (only a hash is stored)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709160" y="2377440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16161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965192" y="2304288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trike="sngStrike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agent's real name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709160" y="2944368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16161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965192" y="2871216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trike="sngStrike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category means ("travel")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09160" y="3511296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16161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65192" y="3438144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trike="sngStrike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the agent bought from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206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version: the budget numbers are public. What Mandate hides is who they belong to and what they're for.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 · Midnight Buildathon Wave 2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2976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20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Lose the laptop, keep the setup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chain, the agent is only a hash. The mapping back to "Travel Booking Agent, $500" is encrypted in the browser and stored on Cascade, Lumera's decentralized storage.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28600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AES-256-GCM in the browser; key derived from a Keplr signature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Restored and decrypted from the command line: two separate crypto implementations agree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contract works the same with or without it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0" y="1051560"/>
            <a:ext cx="3200400" cy="96012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715000" y="116128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616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88119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5715000" y="16733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Cascade action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0" y="2194560"/>
            <a:ext cx="3200400" cy="96012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15000" y="230428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616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6,674,184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5715000" y="28163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Lumera block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0" y="3337560"/>
            <a:ext cx="3200400" cy="96012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715000" y="344728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616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5715000" y="39593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backup-crypto tests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 · Midnight Buildathon Wave 2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2976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20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runs, and you can check it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7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walkthrough steps behave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designed on Preprod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246120" y="10515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3246120" y="17830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tests passing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(18 contract · 15 crypto · 7 UI)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0515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7830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"times exercised" after the run.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2 refusals never touched the chain</a:t>
            </a:r>
            <a:endParaRPr lang="en-US" sz="1100" dirty="0"/>
          </a:p>
        </p:txBody>
      </p:sp>
      <p:pic>
        <p:nvPicPr>
          <p:cNvPr id="10" name="Image 0" descr="/tmp/deck/04-live-app-connect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514600"/>
            <a:ext cx="4480560" cy="2036166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212080" y="256032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 on Midnight Preprod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616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5c7f2cc3e8d8bdc5…b1c70f969757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Wallet-delegated proving through the DApp Connector (Lace, 1AM). Keys never leave the wallet.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 · Midnight Buildathon Wave 2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2976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20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limits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402336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61616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685800" y="13075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budget is public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09928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Caps, running totals and amounts are plain numbers. Private budgets (commitments) are on the roadmap.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143000"/>
            <a:ext cx="402336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61616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4892040" y="13075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agent's calls are linkable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892040" y="1709928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live revocation check discloses the agent's pseudonym every call. Not its real identity.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743200"/>
            <a:ext cx="402336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61616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685800" y="29077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 names show the purpose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310128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registerAgent, exercise, revokeAgent… tell a reader this is agent authorization.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2743200"/>
            <a:ext cx="402336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61616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4892040" y="29077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real money moves yet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3310128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 authorizes spending. Settlement through a payment rail comes later.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 · Midnight Buildathon Wave 2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2976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20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market: travel booking agents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$1.71T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travel spend, 2026 (GBTA)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3774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108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travel bookings by AI agents by 2030 (IDC)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10972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travel first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389120" y="1463040"/>
            <a:ext cx="4297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agency's client list is its business. Its AI agent should be able to book for a client without the hotel or airline learning which company the client is.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389120" y="25603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contract, other skins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389120" y="292608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purchasing and procurement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dev teams paying for APIs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 agencies spending client budgets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DAO and grant programs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Consumers are slower: about 2% of US consumers say they'd let an agent book fully on its own today (Skift).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 · Midnight Buildathon Wave 2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2976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20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92608" cy="292608"/>
          </a:xfrm>
          <a:prstGeom prst="ellipse">
            <a:avLst/>
          </a:prstGeom>
          <a:solidFill>
            <a:srgbClr val="EC3013"/>
          </a:solidFill>
          <a:ln w="12700">
            <a:solidFill>
              <a:srgbClr val="EC30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35024"/>
            <a:ext cx="2377440" cy="0"/>
          </a:xfrm>
          <a:prstGeom prst="line">
            <a:avLst/>
          </a:prstGeom>
          <a:noFill/>
          <a:ln w="19050">
            <a:solidFill>
              <a:srgbClr val="C4C4C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64592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 · now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5740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app on Preprod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Refusal-first UI and no-wallet demo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Cascade lost-device backup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Talk to independent travel agencies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92608" cy="292608"/>
          </a:xfrm>
          <a:prstGeom prst="ellipse">
            <a:avLst/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11880" y="1335024"/>
            <a:ext cx="2377440" cy="0"/>
          </a:xfrm>
          <a:prstGeom prst="line">
            <a:avLst/>
          </a:prstGeom>
          <a:noFill/>
          <a:ln w="19050">
            <a:solidFill>
              <a:srgbClr val="C4C4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46120" y="164592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246120" y="205740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Unlinkable agents: revoke inside the Merkle tree, drop the public pseudonym check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budgets: committed caps and totals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second skin: procurement or API spend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188720"/>
            <a:ext cx="292608" cy="292608"/>
          </a:xfrm>
          <a:prstGeom prst="ellipse">
            <a:avLst/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35040" y="164592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05740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One-line verifier SDK for booking engines and payment rails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 with AP2 / x402 so the payment carries the proof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Midnight Build Club, if selected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 · Midnight Buildathon Wave 2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16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71500"/>
            <a:ext cx="548640" cy="91440"/>
          </a:xfrm>
          <a:prstGeom prst="rect">
            <a:avLst/>
          </a:prstGeom>
          <a:solidFill>
            <a:srgbClr val="EC3013"/>
          </a:solidFill>
          <a:ln w="12700">
            <a:solidFill>
              <a:srgbClr val="EC301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800100"/>
            <a:ext cx="365760" cy="365760"/>
          </a:xfrm>
          <a:prstGeom prst="ellipse">
            <a:avLst/>
          </a:prstGeom>
          <a:solidFill>
            <a:srgbClr val="EC3013"/>
          </a:solidFill>
          <a:ln w="12700">
            <a:solidFill>
              <a:srgbClr val="EC301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417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it yourself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331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it, no wallet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233172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tomiin.github.io/midnight-mandate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80720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(Apache-2.0)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2807208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github.com/tomiin/midnight-mandate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28269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Contract, Preprod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3282696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5c7f2cc3e8d8bdc554ae3b3e5d65522705341e578c362da2261ab1c70f969757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75818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Cascade backup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3758184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88119 · Lumera block 6,674,184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tminus1sec  ·  Midnight Buildathon Wave 2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Mandate — Midnight Buildathon Wave 2</dc:title>
  <dc:subject>PptxGenJS Presentation</dc:subject>
  <dc:creator>tomiin (tminus1sec)</dc:creator>
  <cp:lastModifiedBy>tomiin (tminus1sec)</cp:lastModifiedBy>
  <cp:revision>1</cp:revision>
  <dcterms:created xsi:type="dcterms:W3CDTF">2026-09-30T05:37:08Z</dcterms:created>
  <dcterms:modified xsi:type="dcterms:W3CDTF">2026-09-30T05:37:08Z</dcterms:modified>
</cp:coreProperties>
</file>