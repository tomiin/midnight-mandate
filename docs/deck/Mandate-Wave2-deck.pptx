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Mandate lets an owner give an AI agent a budget, and lets anyone the agent buys from check it's authorized and within that budget, without learning who the owner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930" y="642938"/>
            <a:ext cx="754380" cy="125730"/>
          </a:xfrm>
          <a:prstGeom prst="rect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" y="957263"/>
            <a:ext cx="502920" cy="502920"/>
          </a:xfrm>
          <a:prstGeom prst="ellipse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can prove it's allowed to spend,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saying who it works for.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spending authorization on Midnight  ·  Built by tminus1sec  ·  Wave 2,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starting to spend money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trust an agent today, a seller has to know whose card or account is behind it. Every agent purchase becomes a record of who is buying what.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behind 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or person the agent works for, on every purchase.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260604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they're doing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54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executives booked to one city says something. So does an agency's client list.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74520"/>
            <a:ext cx="260604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log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546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purchase becomes a trail tied to a real identity.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Visa, Mastercard and Google's AP2 all let owners cap an agent's spending. None of them hide who the owner is from the seller.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Mandate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an agent and sets a per-period cap for a spending category.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44368" y="1645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one secret key. Proves every spend in a single zero-knowledge proof.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79008" y="1645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4688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37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exercise() and gets one answer: valid, or refused.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proof, the agent shows: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currently authorized by the real principal, for this category, and not revoked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request has not been used before (a nullifier stops replays)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period's spend plus this amount stays within the cap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check fails, the proof can't be built. Nothing is submitted and nothing is paid.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 refusal is the product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run on Midnight Preprod. Book a $250 flight, then try a $251 hotel on a $500 budget. Fire the agent, then try a $1 coffee.</a:t>
            </a:r>
            <a:endParaRPr lang="en-US" sz="1300" dirty="0"/>
          </a:p>
        </p:txBody>
      </p:sp>
      <p:pic>
        <p:nvPicPr>
          <p:cNvPr id="5" name="Image 0" descr="/tmp/deck/02-refusals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8229600" cy="32369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Midnight sees, and what it never sees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public ledger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7764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10512"/>
            <a:ext cx="109728" cy="1097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pseudonym (a hash of its key), on every spend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09728" cy="1097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category's cap, as a plain number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109728" cy="1097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8712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totals and the amount of each spend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109728" cy="1097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43814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Counts: grants issued, times exercised, active agents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 the ledger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3977640" cy="0"/>
          </a:xfrm>
          <a:prstGeom prst="line">
            <a:avLst/>
          </a:prstGeom>
          <a:noFill/>
          <a:ln w="12700">
            <a:solidFill>
              <a:srgbClr val="1616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810512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65192" y="17373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principal is (only a hash is stored)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65192" y="23042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real name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65192" y="28712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category means ("travel")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511296"/>
            <a:ext cx="109728" cy="109728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65192" y="343814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trike="sngStrike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agent bought from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version: the budget numbers are public. What Mandate hides is who they belong to and what they're for.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the laptop, keep the setup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chain, the agent is only a hash. The mapping back to "Travel Booking Agent, $500" is encrypted in the browser and stored on Cascade, Lumera's decentralized storage.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in the browser; key derived from a Keplr signature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and decrypted from the command line: two separate crypto implementations agree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 works the same with or without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051560"/>
            <a:ext cx="3200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15000" y="1161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88139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1673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action, recorded run (Sep 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194560"/>
            <a:ext cx="3200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0" y="2304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88119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816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action, earlier run (Sep 17)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320040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34472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3959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backup-crypto tests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runs, and you can check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steps behave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designed on Preprod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051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(18 contract · 15 crypto · 7 UI)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051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783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"times exercised" after the run.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 refusals never touched the chain</a:t>
            </a:r>
            <a:endParaRPr lang="en-US" sz="1100" dirty="0"/>
          </a:p>
        </p:txBody>
      </p:sp>
      <p:pic>
        <p:nvPicPr>
          <p:cNvPr id="10" name="Image 0" descr="/tmp/deck/04-live-app-connec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14600"/>
            <a:ext cx="4480560" cy="20361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212080" y="25603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on Midnight Preprod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49ef1c9bec0a…c19d55b9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Wallet-delegated proving through the DApp Connector (Lace, 1AM). Keys never leave the wallet.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1307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budget is public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09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Caps, running totals and amounts are plain numbers. Private budgets (commitments) are on the roadmap.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892040" y="1307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agent's calls are linkable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099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revocation check discloses the agent's pseudonym every call. Not its real identity.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8580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names show the purpose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registerAgent, exercise, revokeAgent… tell a reader this is agent authorization.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40233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161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89204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money moves yet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3101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authorizes spending. Settlement through a payment rail comes later.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market: travel booking agents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$1.71T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travel spend, 2026 (GBTA)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travel bookings by AI agents by 2030 (IDC)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travel first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4630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agency's client list is its business. Its AI agent should be able to book for a client without the hotel or airline learning which company the client is.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560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contract, other skins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9260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purchasing and procurement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 teams paying for APIs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agencies spending client budgets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and grant programs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are slower: about 2% of US consumers say they'd let an agent book fully on its own today (Skift).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9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35024"/>
            <a:ext cx="2377440" cy="0"/>
          </a:xfrm>
          <a:prstGeom prst="line">
            <a:avLst/>
          </a:prstGeom>
          <a:noFill/>
          <a:ln w="19050">
            <a:solidFill>
              <a:srgbClr val="C4C4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 · now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app on Preprod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Refusal-first UI and no-wallet demo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lost-device backup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independent travel agencies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92608" cy="292608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335024"/>
            <a:ext cx="2377440" cy="0"/>
          </a:xfrm>
          <a:prstGeom prst="line">
            <a:avLst/>
          </a:prstGeom>
          <a:noFill/>
          <a:ln w="19050">
            <a:solidFill>
              <a:srgbClr val="C4C4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0574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Unlinkable agents: revoke inside the Merkle tree, drop the public pseudonym check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budgets: committed caps and totals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skin: procurement or API spend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92608" cy="292608"/>
          </a:xfrm>
          <a:prstGeom prst="ellipse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645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05740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 verifier SDK for booking engines and payment rails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AP2 / x402 so the payment carries the proof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Build Club, if selected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· Midnight Buildathon Wave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1500"/>
            <a:ext cx="548640" cy="91440"/>
          </a:xfrm>
          <a:prstGeom prst="rect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00100"/>
            <a:ext cx="365760" cy="365760"/>
          </a:xfrm>
          <a:prstGeom prst="ellipse">
            <a:avLst/>
          </a:prstGeom>
          <a:solidFill>
            <a:srgbClr val="EC3013"/>
          </a:solidFill>
          <a:ln w="12700">
            <a:solidFill>
              <a:srgbClr val="EC30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yourself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it, no wallet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331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tomiin.github.io/midnight-mandate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07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(Apache-2.0)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8072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github.com/tomiin/midnight-mandate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826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Preprod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826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49ef1c9bec0a0e5e8ab6214184842ea15b6d68c50b6654d12e7ebedfc19d55b9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581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backup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7581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88139 (earlier run: contract 5c7f2cc3…, action 88119)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tminus1sec  ·  Midnight Buildathon Wave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Mandate — Midnight Buildathon Wave 2</dc:title>
  <dc:subject>PptxGenJS Presentation</dc:subject>
  <dc:creator>tomiin (tminus1sec)</dc:creator>
  <cp:lastModifiedBy>tomiin (tminus1sec)</cp:lastModifiedBy>
  <cp:revision>1</cp:revision>
  <dcterms:created xsi:type="dcterms:W3CDTF">2026-09-30T06:47:27Z</dcterms:created>
  <dcterms:modified xsi:type="dcterms:W3CDTF">2026-09-30T06:47:27Z</dcterms:modified>
</cp:coreProperties>
</file>